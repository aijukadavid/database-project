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2801B9-4999-42AA-925A-BEDCD1AB47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E2E45BF-F9C0-4B91-B9D3-B47EC3E27A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9A426F2-AA6B-4748-82D8-9A2129C95F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AB1959D-2116-468A-93E5-C83A86FE4E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A6E36DE-5538-42BC-A57F-9B6AE5196A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DEB3791-2A19-4FB4-9B33-956D79B24D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A0C54AA-4AED-451E-A15D-5964763201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D74A2C7-B03D-4C08-B39B-6FF2981FB1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5FE7473-16FA-4BCB-BBC5-B1917D00C4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0EB6DD0-EBC8-4162-8116-829DA47DF6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2353FA2-4601-478F-B590-FAE4D254C4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98CB541-DE68-4701-B374-CA400289AB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B6A2ADA-78EA-4B84-9D0E-F544F7B653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D8BD85F-8168-4C5A-934C-DF9739303D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B1F7C51-F5B5-4AC0-8065-EFA3A40A40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F7E30B6-594E-4D3E-B10B-A7E158DCA1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67C362-F5CD-4F68-9CA7-EA6147B12A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74F91D0-DD78-44F4-A04A-2F8C43C4EB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F7E3195-C17A-4A57-874D-70D15D0F536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17DEF9-58FB-40D3-8AC0-559ADD4240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E53A96A-A8AD-4CCE-A82C-FD69BF1CBC3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EBE5860-0A41-433D-B651-3BF1B2B900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u="sng">
                <a:solidFill>
                  <a:schemeClr val="dk1"/>
                </a:solidFill>
                <a:uFillTx/>
                <a:latin typeface="Calibri"/>
              </a:rPr>
              <a:t>GARAGE MANAGEMENT SYSTEM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Database Project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Billing System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u="sng">
                <a:solidFill>
                  <a:schemeClr val="dk1"/>
                </a:solidFill>
                <a:uFillTx/>
                <a:latin typeface="Calibri"/>
              </a:rPr>
              <a:t>Introduction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Database system for managing garage operations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Tracks customers, vehicles, jobs, services, parts, invoices, payments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u="sng">
                <a:solidFill>
                  <a:schemeClr val="dk1"/>
                </a:solidFill>
                <a:uFillTx/>
                <a:latin typeface="Calibri"/>
              </a:rPr>
              <a:t>Problem Statement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Manual systems are inefficient and error-prone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Need for automated and structured data management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u="sng">
                <a:solidFill>
                  <a:schemeClr val="dk1"/>
                </a:solidFill>
                <a:uFillTx/>
                <a:latin typeface="Calibri"/>
              </a:rPr>
              <a:t>Objectives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Design relational database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Ensure data integrity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Enable accurate billing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Provide business insights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u="sng">
                <a:solidFill>
                  <a:schemeClr val="dk1"/>
                </a:solidFill>
                <a:uFillTx/>
                <a:latin typeface="Calibri"/>
              </a:rPr>
              <a:t>System Overview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Entities: Customer, Vehicle, Mechanic, Job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Service &amp; Parts tracking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Invoice and Payment management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u="sng">
                <a:solidFill>
                  <a:schemeClr val="dk1"/>
                </a:solidFill>
                <a:uFillTx/>
                <a:latin typeface="Calibri"/>
              </a:rPr>
              <a:t>Database Tables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customer, mechanic, vehicle, job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service, job_service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part, job_part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invoice, payment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 u="sng">
                <a:solidFill>
                  <a:schemeClr val="dk1"/>
                </a:solidFill>
                <a:uFillTx/>
                <a:latin typeface="Calibri"/>
              </a:rPr>
              <a:t>Relationships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Customer → Vehicle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Vehicle → Job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Job → Service &amp; Part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Job → Invoice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Invoice → Payment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Create Customer Table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2180880" y="1371600"/>
            <a:ext cx="478044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CREATE TABLE customer (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customer_id INT AUTO_INCREMENT PRIMARY KEY,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full_name VARCHAR(100),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phone VARCHAR(20),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email VARCHAR(100),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address TEXT,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created_at DATETIME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);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Create Job Table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2448000" y="1371600"/>
            <a:ext cx="424584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CREATE TABLE job (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job_id INT AUTO_INCREMENT PRIMARY KEY,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vehicle_id INT,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mechanic_id INT,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date_in DATE,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date_out DATE,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job_status VARCHAR(20),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description TEXT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);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Insert Sample Data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1057680" y="1371600"/>
            <a:ext cx="702612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360" y="1651680"/>
            <a:ext cx="9141480" cy="146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Query 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1806480" y="1371600"/>
            <a:ext cx="552888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SELECT c.full_name, v.plate_number, i.total_amount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FROM customer c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JOIN vehicle v ON c.customer_id=v.customer_id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JOIN job j ON v.vehicle_id=j.vehicle_id</a:t>
            </a:r>
            <a:br>
              <a:rPr sz="1800"/>
            </a:br>
            <a:r>
              <a:rPr b="0" lang="en-US" sz="1400" spc="-1" strike="noStrike">
                <a:solidFill>
                  <a:schemeClr val="dk1"/>
                </a:solidFill>
                <a:latin typeface="Courier New"/>
              </a:rPr>
              <a:t>JOIN invoice i ON j.job_id=i.job_id;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Results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 successfully retrieved from all tables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Invoices and payments verified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System working correctly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Benefits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Accurate billing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Efficient data management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Better decision making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System meets requirements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Improves garage operations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Future: add GUI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4039200" y="6217920"/>
            <a:ext cx="1063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54200" y="1720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ER Diagram (Simplified)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1158840" y="1417320"/>
            <a:ext cx="880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Customer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4081680" y="1699200"/>
            <a:ext cx="685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Vehicle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6882120" y="1371600"/>
            <a:ext cx="406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Job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6654240" y="2743200"/>
            <a:ext cx="862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Mechanic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3998880" y="2743200"/>
            <a:ext cx="687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Service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7"/>
          <p:cNvSpPr/>
          <p:nvPr/>
        </p:nvSpPr>
        <p:spPr>
          <a:xfrm>
            <a:off x="1361520" y="2743200"/>
            <a:ext cx="475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Part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3995640" y="4114800"/>
            <a:ext cx="69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Invoice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9"/>
          <p:cNvSpPr/>
          <p:nvPr/>
        </p:nvSpPr>
        <p:spPr>
          <a:xfrm>
            <a:off x="6503760" y="4114800"/>
            <a:ext cx="812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Payment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3818160" y="6217920"/>
            <a:ext cx="1505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Aijuka David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2282400" y="1659240"/>
            <a:ext cx="1398960" cy="205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24480" bIns="-244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 flipV="1">
            <a:off x="5016600" y="1501200"/>
            <a:ext cx="1865520" cy="1429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36720" bIns="367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074200" y="4158360"/>
            <a:ext cx="1490760" cy="100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4920" bIns="-34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 flipH="1">
            <a:off x="4843080" y="2908800"/>
            <a:ext cx="1453320" cy="205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24480" bIns="-244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133280" y="-204840"/>
            <a:ext cx="53964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 flipH="1" flipV="1">
            <a:off x="2186280" y="2878200"/>
            <a:ext cx="1519200" cy="100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4920" bIns="-349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102320" y="-768240"/>
            <a:ext cx="53964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-1130400" y="2754720"/>
            <a:ext cx="53964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7404840" y="1587600"/>
            <a:ext cx="61560" cy="2745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2026-05-06T22:01:15Z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